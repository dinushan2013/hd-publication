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0400-5C29-B7C0-FB50-1AFB2A7ED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89EFE-0877-43FD-226A-12F92E286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B7CD5-F7CB-F842-86A2-72838B80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08533-2866-46A4-321F-AE91FDEE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EBAAD-8BCD-CE5C-F823-76AFAFC6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3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0BF5-3923-4DD2-FB5B-B90C8882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A42B-67FF-4F8A-8565-F324B79A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22C7B-E52E-2436-5DA0-BCC51AEE9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B0646-D368-8E64-1693-9B6BAB02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C2BAF-028E-C3F2-BDF0-ECCA7C07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4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2C1-700B-77F4-C9A3-8DFC58FC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5C678-7429-2E77-0B26-C664F66D8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5F89A-7A44-7B87-BBE0-9C50F9D2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95C3D-9345-75A5-D0C8-B5619FCF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8665A-377C-65A9-97F5-2DD9EFDB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34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0256-F202-8B0F-241E-2889D172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C5B1F-73B7-E104-C95E-EE25B2B0F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88269-3437-539F-369B-13D75E02F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6F375-12F9-F696-53D3-4553F3A2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43C3B-C18A-DBB5-73AA-5959C7F4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93A04-8657-0D63-88E5-404D0FBB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7425-0D45-D2FD-D59C-7892CB31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29933-3BAE-BF64-5212-73C6C6107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59FD7-E312-C87C-B7D9-FD5E4A9B6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B738A-2F9F-E158-74C1-F79A01D14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7DE96-A6AA-C274-6151-12D7EF367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8B7AB-BA20-0F49-E188-BECB2F64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E351D-FEE3-F555-FC70-F44B997F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7E186-B9E0-DBD7-19B1-2D4B330D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7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DB14-5860-7F45-6469-641FDA59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25FB8-68A8-7533-E047-76B6B0FD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763F8-3EB1-8F5D-A5F0-9289EFE9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0E0BB-367C-CAC1-7079-211AA684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5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3DF55-CFD0-DE0D-FE2E-8E6A5D06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B401F-F9A8-F13F-F699-209F0E055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03619-D90A-F9F1-3FA9-FB5FBE1D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1D7A-671B-BD66-BF40-2B4761AB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04EF-C8A3-3076-BA8D-C35613E6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FB609-2761-1611-2F7A-2E4049DB8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0C1F8-741E-50FD-A569-FB386BA68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FB456-AE89-11DC-B930-E7AF3FC5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9E536-878A-E44C-1935-910054B8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0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737FD-AE37-D6ED-D060-4DE941D8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39EDE-A2AE-C82C-D53B-731C7D5F1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181D6C-364E-D525-E7C0-7604915F8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CB1ED-49C5-4884-D128-6BA69026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C49AE-87DF-CBC8-41A6-5E6EF5F5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4F83D-874F-52EE-C841-0DD6DA2D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825F-B15C-16CE-A699-47AD6F40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FF0DA-D37A-C995-7F73-3BF5C040D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20CC8-A759-1883-D80E-F43F7EAF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5302D-B5B3-9FC5-B0D4-61C9F4F4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3241-AE89-3E91-2EEA-4DFD935D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3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5C0A5-56F9-E4CA-70DB-8D9CF4F69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F6F9F-653F-DA06-689C-99D0418BB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8B84-51B6-033B-B296-B2607C75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2ECC7-3FF8-8FF7-98DB-3D012187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31D23-002C-0A96-B97C-AE203312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6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78EA44-41E1-C3D4-4ED8-375985C7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CC2E5-1BCB-81E7-12CF-F89EAE06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2F18-7C5E-982E-044A-590EE380C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AFABB-C056-4B03-B398-343D59168C0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69D83-8241-BE91-A017-FBE1246E7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21C23-BCD9-4A03-E2C2-49BFBF6B6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C6A78-A0AF-498C-B125-692DA886F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6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7235-893A-5806-EEFF-C1A522E3EB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41F93-E453-54A6-F090-3F382B158A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0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Saravanan Dinushan</dc:creator>
  <cp:lastModifiedBy>Saravanan Dinushan</cp:lastModifiedBy>
  <cp:revision>1</cp:revision>
  <dcterms:created xsi:type="dcterms:W3CDTF">2025-06-28T06:09:19Z</dcterms:created>
  <dcterms:modified xsi:type="dcterms:W3CDTF">2025-06-28T06:10:57Z</dcterms:modified>
</cp:coreProperties>
</file>